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공개 참고 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제주교육 AI · 미래학력분과 참고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97880"/>
            <a:ext cx="2011680" cy="45720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제주도교육인수위원회 · 미래학력분과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배경 — AI는 이미 학생의 일상이다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검색·글쓰기·탐구·창작이 생성형 AI로 옮겨가면서 학생의 AI 사용은 예외가 아니라 일상이 되었다. 미국 청소년 중 학업에 ChatGPT를 사용한 비율은 2023년 13%에서 2024년 26%로 1년 만에 두 배가 되었고…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그래서 질문은 'AI 교육을 할 것인가'가 아니라 '어떻게 할 것인가'로 이동한다. UNESCO는 첫 국제 지침에서 AI 교육의 중심을 기술이 아니라 인간 중심(human-centred) 관점에 두어야 하며…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1. 문제의식 — '도구 조작'이 아니라 '활용·전환'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지금의 AI 교육은 흔히 특정 도구의 조작법을 가르치는 데 머문다. 그러나 AI 기술과 그 활용 양상은 빠르게 바뀌며(리터러시 중심 → 생성형 → 에이전트형), 조작법 중심 교육은 도구가 바뀌는 순간 낡는다.…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이는 국제 표준의 방향과도 일치한다. UNESCO의 「학생을 위한 AI 역량 프레임워크」(2024)는 학생 역량을 이해(Understand) → 적용(Apply) → 창조(Create with AI)의 세 수준으로 위계화하고…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1. 토대 — 접근: 모든 교사·학생이 최고급 AI에 닿게 공적으로 보장한다(§2)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2. 핵심 — 활용: 그 위에서 교수(교사)·학습(학생)이 AI를 활용해 이루어지게 한다(§3)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2. 토대 — 최고급 AI 접근의 공적 보장 (형평성)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목표: 모든 학생·교사에게 각자 연령대에 맞는 최고급 AI 접근을 공적으로 보장한다.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이유는 격차다. OECD는 디지털 격차를 기기·연결·기술·감당 가능성(affordability)의 불평등으로 규정하며, 사회경제적 배경과 지역(농·산·어촌 광대역 보급 등)에 따른 접근·활용 격차가 특히 취약계층에게 교육 불평등으로 이어진다고 분석한다(OECD…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UNESCO 역시 생성형 AI가 형평·포용·인간 주체성 등 핵심 가치를 위협할 수 있으므로 공적 보장과 규율이 필요하다고 본다(UNESCO, 2023). → 접근 보장은 시혜적 복지가 아니라 AI 교육의 토대다.…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3. 핵심 — AI를 활용한 교수·학습 (어떻게)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접근을 보장했다고 끝이 아니다. AI 교육의 핵심은 교사의 교수(敎授)와 학생의 학습(學習)이 모두 AI를 활용하는 형태로 바뀌는 것이다.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학생(학습): 질문·탐구·산출의 도구로 AI를 쓰며, 이해에서 창조로 나아간다 — UNESCO 학생 프레임워크의 'Create with AI' 수준(UNESCO, 2024).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교사(교수): 수업·자료·평가 설계와 학생별 피드백에 AI를 활용한다. UNESCO 「교사를 위한 AI 역량 프레임워크」(2024)는 교사 역량을 5개 영역·15개 역량으로 정의하며, 인간 주체성 강화를 핵심 원칙으로 삼는다(UNESCO, 2024).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4. 이를 받치는 변화 — 평가와 교사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위 역량은 두 가지가 함께 바뀌어야 살아난다.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평가의 전환. 학생이 AI로 결과물을 만드는 순간, 완성된 산출물에 점수를 매기는 방식은 실력을 가려내지 못한다. 학술 연구들은 생성형 AI 시대의 평가를 결과물(output)에서 과정·수행으로…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완전학습과의 연결. 블룸은 형성평가와 교정(corrective) 피드백을 결합하면 집단수업에서도 일대일 개인교습의 조건에 근접해 대부분의 학생이 숙달에 이른다고 보았고(Bloom, 1968)…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교사 역할의 전환. AI가 지식 전달을 상당 부분 대신할 수 있게 되면, 교사의 역할은 지식 전달자에서 학생의 AI 활용을 이끄는 코치·촉진자로 이동한다.…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참고문헌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1. Bloom, B. S. (1968). Learning for Mastery. Evaluation Comment, 1(2). — 형성평가·교정 피드백으로 개인교습 조건 재현.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2. Bloom, B. S. (1984). The 2 Sigma Problem: The Search for Methods of Group Instruction as Effective as One-to-One Tutoring.…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3. UNESCO (2023). Guidance for Generative AI in Education and Research (F. Miao &amp; W. Holmes).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4. UNESCO (2024). AI Competency Framework for Students / for Teachers.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5. Pew Research Center (2025). About a quarter of U.S. teens have used ChatGPT for schoolwork — double the share in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참고문헌 (계속)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6. Stanford HAI (2025). Artificial Intelligence Index Report 2025.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7. OECD (2023). Digital Equity and Inclusion in Education (OECD Education Working Paper No. 299).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8. OECD (2024). The Potential Impact of Artificial Intelligence on Equity and Inclusion in Education (OECD Artificial Intelligence Papers).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9. Kofinas, A. K., et al. (2025). The impact of generative AI on academic integrity of authentic assessments within a higher education context.…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10. Resilient assessment in the age of AI: authentic design and the case for verbal examinations. (2026). Assessment &amp; Evaluation in Higher Education.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AI 교육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